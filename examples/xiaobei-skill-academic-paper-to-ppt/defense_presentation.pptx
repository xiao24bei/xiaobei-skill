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2"/>
            <a:ext cx="12191999" cy="68616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2"/>
            <a:ext cx="12191999" cy="68616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2"/>
            <a:ext cx="12191999" cy="68616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2"/>
            <a:ext cx="12191999" cy="6861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2"/>
            <a:ext cx="12191999" cy="68616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2"/>
            <a:ext cx="12191999" cy="68616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2"/>
            <a:ext cx="12191999" cy="68616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2"/>
            <a:ext cx="12191999" cy="68616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2"/>
            <a:ext cx="12191999" cy="68616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2"/>
            <a:ext cx="12191999" cy="68616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2"/>
            <a:ext cx="12191999" cy="68616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2"/>
            <a:ext cx="12191999" cy="68616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2"/>
            <a:ext cx="12191999" cy="68616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2"/>
            <a:ext cx="12191999" cy="68616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